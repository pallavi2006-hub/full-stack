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632F6F-33F8-405C-ABD1-7BF20BAA8B06}" v="3" dt="2026-03-22T09:32:59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3" d="100"/>
          <a:sy n="43" d="100"/>
        </p:scale>
        <p:origin x="24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saiaakash@gmail.com" userId="e3007ea55add1775" providerId="LiveId" clId="{02D1AF87-DC3A-49BD-A836-78A7D72162CF}"/>
    <pc:docChg chg="custSel modSld">
      <pc:chgData name="mvsaiaakash@gmail.com" userId="e3007ea55add1775" providerId="LiveId" clId="{02D1AF87-DC3A-49BD-A836-78A7D72162CF}" dt="2026-03-22T09:34:10.439" v="79" actId="14100"/>
      <pc:docMkLst>
        <pc:docMk/>
      </pc:docMkLst>
      <pc:sldChg chg="modSp mod">
        <pc:chgData name="mvsaiaakash@gmail.com" userId="e3007ea55add1775" providerId="LiveId" clId="{02D1AF87-DC3A-49BD-A836-78A7D72162CF}" dt="2026-03-22T09:29:22.752" v="53" actId="20577"/>
        <pc:sldMkLst>
          <pc:docMk/>
          <pc:sldMk cId="0" sldId="256"/>
        </pc:sldMkLst>
        <pc:spChg chg="mod">
          <ac:chgData name="mvsaiaakash@gmail.com" userId="e3007ea55add1775" providerId="LiveId" clId="{02D1AF87-DC3A-49BD-A836-78A7D72162CF}" dt="2026-03-22T09:29:22.752" v="53" actId="20577"/>
          <ac:spMkLst>
            <pc:docMk/>
            <pc:sldMk cId="0" sldId="256"/>
            <ac:spMk id="14" creationId="{EA8EEF4A-EB43-B7D9-87FC-7C7D752BCA78}"/>
          </ac:spMkLst>
        </pc:spChg>
      </pc:sldChg>
      <pc:sldChg chg="addSp delSp modSp mod">
        <pc:chgData name="mvsaiaakash@gmail.com" userId="e3007ea55add1775" providerId="LiveId" clId="{02D1AF87-DC3A-49BD-A836-78A7D72162CF}" dt="2026-03-22T09:31:19.261" v="58" actId="1076"/>
        <pc:sldMkLst>
          <pc:docMk/>
          <pc:sldMk cId="1998101144" sldId="266"/>
        </pc:sldMkLst>
        <pc:picChg chg="del">
          <ac:chgData name="mvsaiaakash@gmail.com" userId="e3007ea55add1775" providerId="LiveId" clId="{02D1AF87-DC3A-49BD-A836-78A7D72162CF}" dt="2026-03-22T09:29:36.311" v="54" actId="21"/>
          <ac:picMkLst>
            <pc:docMk/>
            <pc:sldMk cId="1998101144" sldId="266"/>
            <ac:picMk id="3" creationId="{6A592D17-1FD9-22B1-DFD8-377C0B4ACBAD}"/>
          </ac:picMkLst>
        </pc:picChg>
        <pc:picChg chg="add mod">
          <ac:chgData name="mvsaiaakash@gmail.com" userId="e3007ea55add1775" providerId="LiveId" clId="{02D1AF87-DC3A-49BD-A836-78A7D72162CF}" dt="2026-03-22T09:31:19.261" v="58" actId="1076"/>
          <ac:picMkLst>
            <pc:docMk/>
            <pc:sldMk cId="1998101144" sldId="266"/>
            <ac:picMk id="4" creationId="{9E7FF0F7-FDF2-E049-FF67-C5377AA2276B}"/>
          </ac:picMkLst>
        </pc:picChg>
      </pc:sldChg>
      <pc:sldChg chg="addSp delSp modSp mod">
        <pc:chgData name="mvsaiaakash@gmail.com" userId="e3007ea55add1775" providerId="LiveId" clId="{02D1AF87-DC3A-49BD-A836-78A7D72162CF}" dt="2026-03-22T09:32:30.544" v="67" actId="14100"/>
        <pc:sldMkLst>
          <pc:docMk/>
          <pc:sldMk cId="47544820" sldId="267"/>
        </pc:sldMkLst>
        <pc:picChg chg="add del mod">
          <ac:chgData name="mvsaiaakash@gmail.com" userId="e3007ea55add1775" providerId="LiveId" clId="{02D1AF87-DC3A-49BD-A836-78A7D72162CF}" dt="2026-03-22T09:31:58.594" v="61" actId="21"/>
          <ac:picMkLst>
            <pc:docMk/>
            <pc:sldMk cId="47544820" sldId="267"/>
            <ac:picMk id="2" creationId="{BC455DA4-6D7C-C2D3-64B1-6CA57508A03A}"/>
          </ac:picMkLst>
        </pc:picChg>
        <pc:picChg chg="del">
          <ac:chgData name="mvsaiaakash@gmail.com" userId="e3007ea55add1775" providerId="LiveId" clId="{02D1AF87-DC3A-49BD-A836-78A7D72162CF}" dt="2026-03-22T09:31:53.582" v="59" actId="21"/>
          <ac:picMkLst>
            <pc:docMk/>
            <pc:sldMk cId="47544820" sldId="267"/>
            <ac:picMk id="3" creationId="{BC455DA4-6D7C-C2D3-64B1-6CA57508A03A}"/>
          </ac:picMkLst>
        </pc:picChg>
        <pc:picChg chg="add del">
          <ac:chgData name="mvsaiaakash@gmail.com" userId="e3007ea55add1775" providerId="LiveId" clId="{02D1AF87-DC3A-49BD-A836-78A7D72162CF}" dt="2026-03-22T09:32:06.801" v="63" actId="21"/>
          <ac:picMkLst>
            <pc:docMk/>
            <pc:sldMk cId="47544820" sldId="267"/>
            <ac:picMk id="4" creationId="{76D7B533-89C1-0498-B21E-F7E9A67F2A04}"/>
          </ac:picMkLst>
        </pc:picChg>
        <pc:picChg chg="add mod">
          <ac:chgData name="mvsaiaakash@gmail.com" userId="e3007ea55add1775" providerId="LiveId" clId="{02D1AF87-DC3A-49BD-A836-78A7D72162CF}" dt="2026-03-22T09:32:30.544" v="67" actId="14100"/>
          <ac:picMkLst>
            <pc:docMk/>
            <pc:sldMk cId="47544820" sldId="267"/>
            <ac:picMk id="6" creationId="{E50FDDA5-6802-76BB-252B-8C4024783D95}"/>
          </ac:picMkLst>
        </pc:picChg>
      </pc:sldChg>
      <pc:sldChg chg="addSp delSp modSp mod">
        <pc:chgData name="mvsaiaakash@gmail.com" userId="e3007ea55add1775" providerId="LiveId" clId="{02D1AF87-DC3A-49BD-A836-78A7D72162CF}" dt="2026-03-22T09:33:22.151" v="74" actId="14100"/>
        <pc:sldMkLst>
          <pc:docMk/>
          <pc:sldMk cId="84889951" sldId="268"/>
        </pc:sldMkLst>
        <pc:picChg chg="add del mod">
          <ac:chgData name="mvsaiaakash@gmail.com" userId="e3007ea55add1775" providerId="LiveId" clId="{02D1AF87-DC3A-49BD-A836-78A7D72162CF}" dt="2026-03-22T09:33:02.771" v="70" actId="21"/>
          <ac:picMkLst>
            <pc:docMk/>
            <pc:sldMk cId="84889951" sldId="268"/>
            <ac:picMk id="2" creationId="{341068EC-BBFF-33AB-702D-1297D1D02F0C}"/>
          </ac:picMkLst>
        </pc:picChg>
        <pc:picChg chg="del">
          <ac:chgData name="mvsaiaakash@gmail.com" userId="e3007ea55add1775" providerId="LiveId" clId="{02D1AF87-DC3A-49BD-A836-78A7D72162CF}" dt="2026-03-22T09:32:58.109" v="68" actId="21"/>
          <ac:picMkLst>
            <pc:docMk/>
            <pc:sldMk cId="84889951" sldId="268"/>
            <ac:picMk id="3" creationId="{341068EC-BBFF-33AB-702D-1297D1D02F0C}"/>
          </ac:picMkLst>
        </pc:picChg>
        <pc:picChg chg="add mod">
          <ac:chgData name="mvsaiaakash@gmail.com" userId="e3007ea55add1775" providerId="LiveId" clId="{02D1AF87-DC3A-49BD-A836-78A7D72162CF}" dt="2026-03-22T09:33:22.151" v="74" actId="14100"/>
          <ac:picMkLst>
            <pc:docMk/>
            <pc:sldMk cId="84889951" sldId="268"/>
            <ac:picMk id="5" creationId="{87677F61-E37F-ADB7-873E-05A29467CE01}"/>
          </ac:picMkLst>
        </pc:picChg>
      </pc:sldChg>
      <pc:sldChg chg="addSp delSp modSp mod">
        <pc:chgData name="mvsaiaakash@gmail.com" userId="e3007ea55add1775" providerId="LiveId" clId="{02D1AF87-DC3A-49BD-A836-78A7D72162CF}" dt="2026-03-22T09:34:10.439" v="79" actId="14100"/>
        <pc:sldMkLst>
          <pc:docMk/>
          <pc:sldMk cId="3981187392" sldId="269"/>
        </pc:sldMkLst>
        <pc:picChg chg="del">
          <ac:chgData name="mvsaiaakash@gmail.com" userId="e3007ea55add1775" providerId="LiveId" clId="{02D1AF87-DC3A-49BD-A836-78A7D72162CF}" dt="2026-03-22T09:33:51.888" v="75" actId="21"/>
          <ac:picMkLst>
            <pc:docMk/>
            <pc:sldMk cId="3981187392" sldId="269"/>
            <ac:picMk id="3" creationId="{4525B12B-D470-12C4-DC54-A7F28E7662B4}"/>
          </ac:picMkLst>
        </pc:picChg>
        <pc:picChg chg="add mod">
          <ac:chgData name="mvsaiaakash@gmail.com" userId="e3007ea55add1775" providerId="LiveId" clId="{02D1AF87-DC3A-49BD-A836-78A7D72162CF}" dt="2026-03-22T09:34:10.439" v="79" actId="14100"/>
          <ac:picMkLst>
            <pc:docMk/>
            <pc:sldMk cId="3981187392" sldId="269"/>
            <ac:picMk id="4" creationId="{0BB91ED9-E3F5-93D2-6C8F-9C29A15A61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09-03-2026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Skill Learning Academy Marketplace with Secure Authentication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685800" y="7800539"/>
            <a:ext cx="927587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KONDIPATTI PALLAVI– VTU26490 – 23UECS1103.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0"/>
            <a:ext cx="14103620" cy="1261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/>
              <a:t>With the rapid growth of online education, there is a need for platforms where learners can easily discover and enroll in skill-based courses.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With the rapid growth of online education, there is a need for platforms where learners can easily discover and enroll in skill-based courses.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This project aims to solve that problem by creating a </a:t>
            </a:r>
            <a:r>
              <a:rPr lang="en-US" sz="3000" b="1" dirty="0"/>
              <a:t>Full-Stack Skill Learning Academy Marketplace</a:t>
            </a:r>
            <a:r>
              <a:rPr lang="en-US" sz="3000" dirty="0"/>
              <a:t>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The platform allows instructors to publish courses and students to browse, search, and enroll in them.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Secure authentication and </a:t>
            </a:r>
            <a:r>
              <a:rPr lang="en-US" sz="3000" b="1" dirty="0"/>
              <a:t>role-based access control</a:t>
            </a:r>
            <a:r>
              <a:rPr lang="en-US" sz="3000" dirty="0"/>
              <a:t> ensure safe access for Admin, Instructor, and Student users.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The system helps instructors manage their courses while students can track their enrollments and learning progress.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Admin users can monitor platform activity, manage users, and view analytics.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Overall, the system demonstrates a real-world </a:t>
            </a:r>
            <a:r>
              <a:rPr lang="en-US" sz="3000" b="1" dirty="0"/>
              <a:t>full-stack web application using HTML, CSS, JavaScript, Node.js, and MySQL</a:t>
            </a:r>
            <a:r>
              <a:rPr lang="en-US" sz="30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4ABEC-D2F8-7170-9644-CD578D4384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45668" y="1768944"/>
            <a:ext cx="14196664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Many online learning platforms do not provide a simple marketplace where instructors can easily publish courses and students can discover them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Existing systems often lack proper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 control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Admin, Instructor, and Student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Managing courses, enrollments, and user data manually or through separate systems leads to inefficiency.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Students also face difficulty in searching and enrolling in skill-based courses from different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There is a need for a centralized platform that connects instructors and learners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-The system should provide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authentication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proper user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It should also allow instructors to manage courses and students to track their learning progress.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Therefore, a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Full-Stack Skill Learning Academy Marketplace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required to provide an organized and automated learning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7362928" y="5132010"/>
            <a:ext cx="99291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24C52-852E-DFD4-12F8-0B54EBD1CA1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86000" y="2405756"/>
            <a:ext cx="1402742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To design and develop a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Full-Stack Skill Learning Academy Marketplace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secure authentication and role-based access for Admin, Instructor, and Student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500" dirty="0"/>
              <a:t>-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implement a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course management and enrollment system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allows instructors to create courses and students to browse, enroll, and track learning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564737" y="2338882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D7AF5-08EE-4CBB-A47D-2447E6635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13" y="1684599"/>
            <a:ext cx="14139056" cy="669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system provides a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web-based marketplace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where students can browse and enroll in skill-based courses.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It supports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user authentication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role-based access for Admin, Instructor, and Student.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Instructors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create, update, and manage courses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their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Students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search courses, view details, enroll, and track their progress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Admin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 users, courses, and platform statistics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an admin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backend uses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Node.js (Express)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handle API requests and business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system uses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MySQL database via XAMPP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store users, courses, enrollments, and payment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frontend built with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HTML, CSS, and JavaScript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a responsive interface for all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5C0779-975B-F995-A770-1EEFF807B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485900"/>
            <a:ext cx="1143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608A15-6730-ED14-A670-6DB6EE7EE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333500"/>
            <a:ext cx="1143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69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Frontend:</a:t>
            </a:r>
            <a:br>
              <a:rPr lang="en-IN" sz="3000" dirty="0"/>
            </a:br>
            <a:r>
              <a:rPr lang="en-IN" sz="3000" dirty="0"/>
              <a:t>HTML5, CSS3, JavaScript (ES6)</a:t>
            </a:r>
          </a:p>
          <a:p>
            <a:r>
              <a:rPr lang="en-IN" sz="3000" b="1" dirty="0"/>
              <a:t>Backend:</a:t>
            </a:r>
            <a:br>
              <a:rPr lang="en-IN" sz="3000" dirty="0"/>
            </a:br>
            <a:r>
              <a:rPr lang="en-IN" sz="3000" dirty="0"/>
              <a:t>Node.js with Express.js</a:t>
            </a:r>
          </a:p>
          <a:p>
            <a:r>
              <a:rPr lang="en-IN" sz="3000" b="1" dirty="0"/>
              <a:t>Database:</a:t>
            </a:r>
            <a:br>
              <a:rPr lang="en-IN" sz="3000" dirty="0"/>
            </a:br>
            <a:r>
              <a:rPr lang="en-IN" sz="3000" dirty="0"/>
              <a:t>MySQL (using XAMPP)</a:t>
            </a:r>
          </a:p>
          <a:p>
            <a:r>
              <a:rPr lang="en-IN" sz="3000" b="1" dirty="0"/>
              <a:t>Tools:</a:t>
            </a:r>
            <a:br>
              <a:rPr lang="en-IN" sz="3000" dirty="0"/>
            </a:br>
            <a:r>
              <a:rPr lang="en-IN" sz="3000" dirty="0"/>
              <a:t>Visual Studio Code, XAMPP, Git/GitHub, Postman, Web Browser (Chrome)</a:t>
            </a:r>
          </a:p>
          <a:p>
            <a:r>
              <a:rPr lang="en-IN" sz="3000" b="1" dirty="0"/>
              <a:t>Hardware/Software Requirements:</a:t>
            </a:r>
            <a:br>
              <a:rPr lang="en-IN" sz="3000" dirty="0"/>
            </a:br>
            <a:r>
              <a:rPr lang="en-IN" sz="3000" dirty="0"/>
              <a:t>Processor: Intel i3 or higher</a:t>
            </a:r>
            <a:br>
              <a:rPr lang="en-IN" sz="3000" dirty="0"/>
            </a:br>
            <a:r>
              <a:rPr lang="en-IN" sz="3000" dirty="0"/>
              <a:t>RAM: Minimum 4 GB</a:t>
            </a:r>
            <a:br>
              <a:rPr lang="en-IN" sz="3000" dirty="0"/>
            </a:br>
            <a:r>
              <a:rPr lang="en-IN" sz="3000" dirty="0"/>
              <a:t>Operating System: Windows/Linux/MacOS</a:t>
            </a:r>
            <a:br>
              <a:rPr lang="en-IN" sz="3000" dirty="0"/>
            </a:br>
            <a:r>
              <a:rPr lang="en-IN" sz="3000" dirty="0"/>
              <a:t>Software: Node.js, XAMPP, Web Browser (Chrome/Edge)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92190" y="1924972"/>
            <a:ext cx="14103620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Module 1: User Authentication &amp; Management</a:t>
            </a:r>
            <a:br>
              <a:rPr lang="en-US" sz="3000" dirty="0"/>
            </a:br>
            <a:r>
              <a:rPr lang="en-US" sz="3000" dirty="0"/>
              <a:t>Handles user registration, login, logout, and profile management with secure authentication and role-based access (Admin, Instructor, Student).</a:t>
            </a:r>
          </a:p>
          <a:p>
            <a:r>
              <a:rPr lang="en-US" sz="3000" b="1" dirty="0"/>
              <a:t>Module 2: Course Management</a:t>
            </a:r>
            <a:br>
              <a:rPr lang="en-US" sz="3000" dirty="0"/>
            </a:br>
            <a:r>
              <a:rPr lang="en-US" sz="3000" dirty="0"/>
              <a:t>Allows instructors to create, update, delete, and manage courses, including course details and categories.</a:t>
            </a:r>
          </a:p>
          <a:p>
            <a:r>
              <a:rPr lang="en-US" sz="3000" b="1" dirty="0"/>
              <a:t>Module 3: Enrollment Management</a:t>
            </a:r>
            <a:br>
              <a:rPr lang="en-US" sz="3000" dirty="0"/>
            </a:br>
            <a:r>
              <a:rPr lang="en-US" sz="3000" dirty="0"/>
              <a:t>Enables students to browse courses, enroll in selected courses, and track their learning progress.</a:t>
            </a:r>
          </a:p>
          <a:p>
            <a:r>
              <a:rPr lang="en-US" sz="3000" b="1" dirty="0"/>
              <a:t>Module 4: Admin Management &amp; Analytics</a:t>
            </a:r>
            <a:br>
              <a:rPr lang="en-US" sz="3000" dirty="0"/>
            </a:br>
            <a:r>
              <a:rPr lang="en-US" sz="3000" dirty="0"/>
              <a:t>Allows the admin to manage users, monitor courses and enrollments, and view platform statistics and activity reports.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841912" y="195097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FF0F7-FDF2-E049-FF67-C5377AA22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050" y="1710905"/>
            <a:ext cx="15697413" cy="739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B91ED9-E3F5-93D2-6C8F-9C29A15A6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094" y="2171700"/>
            <a:ext cx="15528471" cy="719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FDDA5-6802-76BB-252B-8C4024783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63" y="2015465"/>
            <a:ext cx="15510717" cy="74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77F61-E37F-ADB7-873E-05A29467C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048" y="1950970"/>
            <a:ext cx="15710205" cy="749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79F30-0A30-D377-A51A-9A09C07F35D4}"/>
              </a:ext>
            </a:extLst>
          </p:cNvPr>
          <p:cNvSpPr txBox="1"/>
          <p:nvPr/>
        </p:nvSpPr>
        <p:spPr>
          <a:xfrm>
            <a:off x="2468986" y="1982349"/>
            <a:ext cx="138444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Advantages</a:t>
            </a:r>
          </a:p>
          <a:p>
            <a:r>
              <a:rPr lang="en-US" sz="3000" dirty="0"/>
              <a:t>- Provides a centralized online learning platform.</a:t>
            </a:r>
          </a:p>
          <a:p>
            <a:r>
              <a:rPr lang="en-US" sz="3000" dirty="0"/>
              <a:t>- Supports secure login with role-based access.</a:t>
            </a:r>
          </a:p>
          <a:p>
            <a:r>
              <a:rPr lang="en-US" sz="3000" dirty="0"/>
              <a:t>- Easy course creation and enrollment.</a:t>
            </a:r>
          </a:p>
          <a:p>
            <a:r>
              <a:rPr lang="en-US" sz="3000" dirty="0"/>
              <a:t>- Efficient data management using MySQL.</a:t>
            </a:r>
          </a:p>
          <a:p>
            <a:r>
              <a:rPr lang="en-US" sz="3000" dirty="0"/>
              <a:t>- Improves accessibility to skill-based courses.</a:t>
            </a:r>
          </a:p>
          <a:p>
            <a:r>
              <a:rPr lang="en-US" sz="3000" b="1" dirty="0"/>
              <a:t>Limitations</a:t>
            </a:r>
          </a:p>
          <a:p>
            <a:r>
              <a:rPr lang="en-US" sz="3000" dirty="0"/>
              <a:t>- Requires internet connection.</a:t>
            </a:r>
          </a:p>
          <a:p>
            <a:r>
              <a:rPr lang="en-US" sz="3000" dirty="0"/>
              <a:t>- Setup may be difficult for beginners.</a:t>
            </a:r>
          </a:p>
          <a:p>
            <a:r>
              <a:rPr lang="en-US" sz="3000" dirty="0"/>
              <a:t>- Limited advanced features in basic version.</a:t>
            </a:r>
          </a:p>
          <a:p>
            <a:r>
              <a:rPr lang="en-US" sz="3000" dirty="0"/>
              <a:t>- Security risks if not properly maintained.</a:t>
            </a:r>
          </a:p>
          <a:p>
            <a:r>
              <a:rPr lang="en-US" sz="3000" dirty="0"/>
              <a:t>- Performance may reduce with many users.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1008</Words>
  <Application>Microsoft Office PowerPoint</Application>
  <PresentationFormat>Custom</PresentationFormat>
  <Paragraphs>303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 Bold Italics</vt:lpstr>
      <vt:lpstr>Bookman Old Style</vt:lpstr>
      <vt:lpstr>Arial</vt:lpstr>
      <vt:lpstr>Calibri</vt:lpstr>
      <vt:lpstr>Times New Roman</vt:lpstr>
      <vt:lpstr>Cambria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mvsaiaakash@gmail.com</cp:lastModifiedBy>
  <cp:revision>14</cp:revision>
  <dcterms:created xsi:type="dcterms:W3CDTF">2006-08-16T00:00:00Z</dcterms:created>
  <dcterms:modified xsi:type="dcterms:W3CDTF">2026-03-22T09:34:11Z</dcterms:modified>
  <dc:identifier>DAHCaYqJ9OU</dc:identifier>
</cp:coreProperties>
</file>